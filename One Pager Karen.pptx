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docProps/core.xml" Id="rId3" /><Relationship Type="http://schemas.openxmlformats.org/package/2006/relationships/metadata/thumbnail" Target="docProps/thumbnail.jpeg" Id="rId2" /><Relationship Type="http://schemas.openxmlformats.org/officeDocument/2006/relationships/officeDocument" Target="ppt/presentation.xml" Id="rId1" /><Relationship Type="http://schemas.openxmlformats.org/officeDocument/2006/relationships/extended-properties" Target="docProps/app.xml" Id="rId4" /><Relationship Type="http://schemas.openxmlformats.org/officeDocument/2006/relationships/custom-properties" Target="/docProps/custom.xml" Id="R2cece3d1510a4309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5" autoAdjust="0"/>
    <p:restoredTop sz="94660"/>
  </p:normalViewPr>
  <p:slideViewPr>
    <p:cSldViewPr snapToGrid="0">
      <p:cViewPr varScale="1">
        <p:scale>
          <a:sx n="71" d="100"/>
          <a:sy n="71" d="100"/>
        </p:scale>
        <p:origin x="4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rozo Razo, Karen Sofia" userId="c2d36f57-dd3f-4155-b940-7e2c3bde522c" providerId="ADAL" clId="{5598A5C1-04E2-439C-9D8B-9C25F2750CAF}"/>
    <pc:docChg chg="undo custSel modSld">
      <pc:chgData name="Barrozo Razo, Karen Sofia" userId="c2d36f57-dd3f-4155-b940-7e2c3bde522c" providerId="ADAL" clId="{5598A5C1-04E2-439C-9D8B-9C25F2750CAF}" dt="2025-10-17T04:57:34.367" v="17" actId="27614"/>
      <pc:docMkLst>
        <pc:docMk/>
      </pc:docMkLst>
      <pc:sldChg chg="addSp delSp modSp mod setBg">
        <pc:chgData name="Barrozo Razo, Karen Sofia" userId="c2d36f57-dd3f-4155-b940-7e2c3bde522c" providerId="ADAL" clId="{5598A5C1-04E2-439C-9D8B-9C25F2750CAF}" dt="2025-10-17T04:56:05.126" v="13" actId="22"/>
        <pc:sldMkLst>
          <pc:docMk/>
          <pc:sldMk cId="3535614692" sldId="258"/>
        </pc:sldMkLst>
        <pc:spChg chg="add del">
          <ac:chgData name="Barrozo Razo, Karen Sofia" userId="c2d36f57-dd3f-4155-b940-7e2c3bde522c" providerId="ADAL" clId="{5598A5C1-04E2-439C-9D8B-9C25F2750CAF}" dt="2025-10-17T04:55:26.332" v="11" actId="26606"/>
          <ac:spMkLst>
            <pc:docMk/>
            <pc:sldMk cId="3535614692" sldId="258"/>
            <ac:spMk id="14" creationId="{42A4FC2C-047E-45A5-965D-8E1E3BF09BC6}"/>
          </ac:spMkLst>
        </pc:spChg>
        <pc:picChg chg="del">
          <ac:chgData name="Barrozo Razo, Karen Sofia" userId="c2d36f57-dd3f-4155-b940-7e2c3bde522c" providerId="ADAL" clId="{5598A5C1-04E2-439C-9D8B-9C25F2750CAF}" dt="2025-10-17T04:54:19.599" v="0" actId="478"/>
          <ac:picMkLst>
            <pc:docMk/>
            <pc:sldMk cId="3535614692" sldId="258"/>
            <ac:picMk id="5" creationId="{1D5CE160-47E1-4308-401C-90A3F8C56834}"/>
          </ac:picMkLst>
        </pc:picChg>
        <pc:picChg chg="add del mod modCrop">
          <ac:chgData name="Barrozo Razo, Karen Sofia" userId="c2d36f57-dd3f-4155-b940-7e2c3bde522c" providerId="ADAL" clId="{5598A5C1-04E2-439C-9D8B-9C25F2750CAF}" dt="2025-10-17T04:54:43.506" v="8" actId="478"/>
          <ac:picMkLst>
            <pc:docMk/>
            <pc:sldMk cId="3535614692" sldId="258"/>
            <ac:picMk id="7" creationId="{A5D8A5C6-4CD4-E060-F20E-D0B6EB3F93BB}"/>
          </ac:picMkLst>
        </pc:picChg>
        <pc:picChg chg="add del mod">
          <ac:chgData name="Barrozo Razo, Karen Sofia" userId="c2d36f57-dd3f-4155-b940-7e2c3bde522c" providerId="ADAL" clId="{5598A5C1-04E2-439C-9D8B-9C25F2750CAF}" dt="2025-10-17T04:56:03.816" v="12" actId="478"/>
          <ac:picMkLst>
            <pc:docMk/>
            <pc:sldMk cId="3535614692" sldId="258"/>
            <ac:picMk id="9" creationId="{24F56997-8098-D3F5-4B74-A7697613C854}"/>
          </ac:picMkLst>
        </pc:picChg>
        <pc:picChg chg="add">
          <ac:chgData name="Barrozo Razo, Karen Sofia" userId="c2d36f57-dd3f-4155-b940-7e2c3bde522c" providerId="ADAL" clId="{5598A5C1-04E2-439C-9D8B-9C25F2750CAF}" dt="2025-10-17T04:56:05.126" v="13" actId="22"/>
          <ac:picMkLst>
            <pc:docMk/>
            <pc:sldMk cId="3535614692" sldId="258"/>
            <ac:picMk id="11" creationId="{0885D2D9-0DA8-A232-7BA6-8E9AA9700B14}"/>
          </ac:picMkLst>
        </pc:picChg>
      </pc:sldChg>
      <pc:sldChg chg="addSp delSp modSp mod setBg">
        <pc:chgData name="Barrozo Razo, Karen Sofia" userId="c2d36f57-dd3f-4155-b940-7e2c3bde522c" providerId="ADAL" clId="{5598A5C1-04E2-439C-9D8B-9C25F2750CAF}" dt="2025-10-17T04:57:34.367" v="17" actId="27614"/>
        <pc:sldMkLst>
          <pc:docMk/>
          <pc:sldMk cId="3106111756" sldId="259"/>
        </pc:sldMkLst>
        <pc:spChg chg="add">
          <ac:chgData name="Barrozo Razo, Karen Sofia" userId="c2d36f57-dd3f-4155-b940-7e2c3bde522c" providerId="ADAL" clId="{5598A5C1-04E2-439C-9D8B-9C25F2750CAF}" dt="2025-10-17T04:57:29.672" v="16" actId="26606"/>
          <ac:spMkLst>
            <pc:docMk/>
            <pc:sldMk cId="3106111756" sldId="259"/>
            <ac:spMk id="10" creationId="{42A4FC2C-047E-45A5-965D-8E1E3BF09BC6}"/>
          </ac:spMkLst>
        </pc:spChg>
        <pc:picChg chg="del">
          <ac:chgData name="Barrozo Razo, Karen Sofia" userId="c2d36f57-dd3f-4155-b940-7e2c3bde522c" providerId="ADAL" clId="{5598A5C1-04E2-439C-9D8B-9C25F2750CAF}" dt="2025-10-17T04:56:10.924" v="14" actId="478"/>
          <ac:picMkLst>
            <pc:docMk/>
            <pc:sldMk cId="3106111756" sldId="259"/>
            <ac:picMk id="3" creationId="{52F358B1-C480-08F9-D23F-15BF5F6D88FD}"/>
          </ac:picMkLst>
        </pc:picChg>
        <pc:picChg chg="add mod">
          <ac:chgData name="Barrozo Razo, Karen Sofia" userId="c2d36f57-dd3f-4155-b940-7e2c3bde522c" providerId="ADAL" clId="{5598A5C1-04E2-439C-9D8B-9C25F2750CAF}" dt="2025-10-17T04:57:34.367" v="17" actId="27614"/>
          <ac:picMkLst>
            <pc:docMk/>
            <pc:sldMk cId="3106111756" sldId="259"/>
            <ac:picMk id="5" creationId="{393A7E1A-D331-6CA5-F2C4-BA10032C14A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AB59C1-D9E1-2086-97B8-D4D4BC6617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51309CC-3EF7-C0DD-35CA-28C720E1C7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A98674-0448-9D2E-CB83-0ABB55B1B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B27D9-D791-4EA1-AE4B-9810EBD105D2}" type="datetimeFigureOut">
              <a:rPr lang="es-PE" smtClean="0"/>
              <a:t>16/10/2025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F757D2-2B99-8210-4CEC-F1D7F438B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E8139B-8D23-B07D-A276-44C4F199A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B091-8920-4C1F-A9BA-61B74097BD6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00752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A7237F-4659-64AE-2A3D-B6EE377E4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D642D8-D1EC-A573-9B78-06BA687F0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0849F3-5B93-DB12-A907-44B0BD253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B27D9-D791-4EA1-AE4B-9810EBD105D2}" type="datetimeFigureOut">
              <a:rPr lang="es-PE" smtClean="0"/>
              <a:t>16/10/2025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7EA79C-CD06-B477-6418-70BC82504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43A60E-C24C-A094-95E5-3B11D76DC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B091-8920-4C1F-A9BA-61B74097BD6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10087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106059-922D-48D1-AE1C-0AEDA579C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B27598-FF5A-139B-5987-6DCCCE408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FC623D-F3B8-BB54-73FA-028409D3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B27D9-D791-4EA1-AE4B-9810EBD105D2}" type="datetimeFigureOut">
              <a:rPr lang="es-PE" smtClean="0"/>
              <a:t>16/10/2025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B5A8A2-5987-2EDC-0941-1EFBC71C7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84DDE5-D2C8-59A7-899B-334AB33CE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B091-8920-4C1F-A9BA-61B74097BD6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2335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589A49-6289-10BA-6DB7-32FEC8907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5A6D59-36D0-CA50-AA22-4B7955439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8B03B47-E5D3-A163-DF84-061D3459E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84FA9C9-9FDB-5D12-9390-A35638C36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B27D9-D791-4EA1-AE4B-9810EBD105D2}" type="datetimeFigureOut">
              <a:rPr lang="es-PE" smtClean="0"/>
              <a:t>16/10/2025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254CB12-5021-39E7-CCBB-D8E5EA099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AF189AB-0FE3-BC12-69E3-24A0E03CC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B091-8920-4C1F-A9BA-61B74097BD6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55991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F6A989-85A1-1D4F-3AAD-C7A4F7CE5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8DD1FC3-5020-D9B8-805A-C7CB38469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019C7F-2B51-FEC7-7D03-4B1A410F36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2127D1F-6BA4-098A-7AF0-2CBA2DF756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A006D01-E575-5ADA-D805-A2E9C1A03B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390F62D-0C72-4963-D45F-3C273A248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B27D9-D791-4EA1-AE4B-9810EBD105D2}" type="datetimeFigureOut">
              <a:rPr lang="es-PE" smtClean="0"/>
              <a:t>16/10/2025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4A5028D-6EF4-869C-5FE5-587F6C06E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582DDB7-F8BD-62DB-39FD-F482A1C2B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B091-8920-4C1F-A9BA-61B74097BD6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75884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A6B4CF-7837-2E12-5706-C242C81E4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02532A6-0141-5990-DFF1-DC97722F8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B27D9-D791-4EA1-AE4B-9810EBD105D2}" type="datetimeFigureOut">
              <a:rPr lang="es-PE" smtClean="0"/>
              <a:t>16/10/2025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EE0ED12-1FBB-1205-058E-63DC56513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4CC030B-5D0B-665A-36E6-6E1108F3C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B091-8920-4C1F-A9BA-61B74097BD6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85119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9F8CCFE-CC51-B3BB-6433-E432F393E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B27D9-D791-4EA1-AE4B-9810EBD105D2}" type="datetimeFigureOut">
              <a:rPr lang="es-PE" smtClean="0"/>
              <a:t>16/10/2025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8A7A7CD-BF59-44F9-ED4B-A3B8CC394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10868E4-08AE-A94D-16E9-5216ADFB9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B091-8920-4C1F-A9BA-61B74097BD6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25949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A1E2F6-BE23-D41D-5D32-0AC85C8B9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229DB6-88AB-CDF6-3CCD-DBA14C0B9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617E133-C5FA-28F2-FB69-F0EFB3A95C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254300-B796-C290-6778-C61AE2039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B27D9-D791-4EA1-AE4B-9810EBD105D2}" type="datetimeFigureOut">
              <a:rPr lang="es-PE" smtClean="0"/>
              <a:t>16/10/2025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ACFF8EB-7B2A-07F6-B631-8636BBAB7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D3718C-CA9F-F184-66A6-248F889FD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B091-8920-4C1F-A9BA-61B74097BD6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20661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AE43A0-8338-80A0-BB19-6B9C66E7D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832B702-A46B-17C0-84F6-63BA618222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24C260F-F5C6-BD72-DE13-87FFCFC7E9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435FCC8-30E8-9189-04F5-85B9322E6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B27D9-D791-4EA1-AE4B-9810EBD105D2}" type="datetimeFigureOut">
              <a:rPr lang="es-PE" smtClean="0"/>
              <a:t>16/10/2025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B9A76B4-A291-05A1-19B5-B758AF490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8CF0086-95BA-8BBD-1960-463D9A8BA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B091-8920-4C1F-A9BA-61B74097BD6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0263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A1F5C7-749D-A473-70F7-ABE5C65D8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2F75E42-B900-4D9C-1A7B-AAE714A9EE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292679-24BB-1C54-A235-9A7D9CAD7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B27D9-D791-4EA1-AE4B-9810EBD105D2}" type="datetimeFigureOut">
              <a:rPr lang="es-PE" smtClean="0"/>
              <a:t>16/10/2025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CA8F2A-0074-F8BB-1228-1491A5BFF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36ABEB-176E-C6C7-5390-3D4912F1A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B091-8920-4C1F-A9BA-61B74097BD6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0641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145BEF7-0B5F-9095-E9B4-B6AB483207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1E451BC-64FD-E60A-7F15-57F0CE8782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244339-8C0A-7161-1560-F4C3BE5AA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B27D9-D791-4EA1-AE4B-9810EBD105D2}" type="datetimeFigureOut">
              <a:rPr lang="es-PE" smtClean="0"/>
              <a:t>16/10/2025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3CA957-53A8-579D-B814-0C8FBF666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33F350-682C-B97C-A155-8E76E4296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4B091-8920-4C1F-A9BA-61B74097BD6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55643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CA1FBB6-B5BF-F6C3-539F-D650EA94B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3D3539-91A2-CFD1-FCCD-0AD365C56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DAFE05-DA18-C743-E7C2-0C72308F4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6B27D9-D791-4EA1-AE4B-9810EBD105D2}" type="datetimeFigureOut">
              <a:rPr lang="es-PE" smtClean="0"/>
              <a:t>16/10/2025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D1E37A-71FC-75AD-4143-FFEF72C29E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C44102-3929-084A-E74A-6BD2842BC5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14B091-8920-4C1F-A9BA-61B74097BD6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11705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2DAF8342-9D09-8649-DFBC-C43E0DA00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5" y="0"/>
            <a:ext cx="12192000" cy="674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055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0885D2D9-0DA8-A232-7BA6-8E9AA9700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0" y="0"/>
            <a:ext cx="121668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614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n 4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393A7E1A-D331-6CA5-F2C4-BA10032C14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61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1117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</TotalTime>
  <Words>0</Words>
  <Application>Microsoft Office PowerPoint</Application>
  <PresentationFormat>Panorámica</PresentationFormat>
  <Paragraphs>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Barrozo Razo, Karen Sofia</dc:creator>
  <cp:lastModifiedBy>Barrozo Razo, Karen Sofia</cp:lastModifiedBy>
  <cp:revision>6</cp:revision>
  <dcterms:created xsi:type="dcterms:W3CDTF">2025-10-16T23:18:13Z</dcterms:created>
  <dcterms:modified xsi:type="dcterms:W3CDTF">2025-10-17T04:57:34Z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KriptosClassAi">
    <vt:lpwstr xmlns:vt="http://schemas.openxmlformats.org/officeDocument/2006/docPropsVTypes">1-Uso Interno</vt:lpwstr>
  </op:property>
</op:Properties>
</file>